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8EEE4"/>
          </a:solidFill>
          <a:ln/>
        </p:spPr>
      </p:sp>
      <p:sp>
        <p:nvSpPr>
          <p:cNvPr id="3" name="Shape 1"/>
          <p:cNvSpPr/>
          <p:nvPr/>
        </p:nvSpPr>
        <p:spPr>
          <a:xfrm>
            <a:off x="5870448" y="0"/>
            <a:ext cx="73152" cy="51435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94360"/>
            <a:ext cx="4114800" cy="13716"/>
          </a:xfrm>
          <a:prstGeom prst="rect">
            <a:avLst/>
          </a:prstGeom>
          <a:solidFill>
            <a:srgbClr val="5C3D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Menü Günlüğü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1993392"/>
            <a:ext cx="228600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7627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Menü Platformu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Dijital Yemek Topluluğu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 yeni bir menü. Her sofraya yeni bir fikir.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2743200" cy="13716"/>
          </a:xfrm>
          <a:prstGeom prst="rect">
            <a:avLst/>
          </a:prstGeom>
          <a:solidFill>
            <a:srgbClr val="5C3D2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9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300" dirty="0"/>
          </a:p>
        </p:txBody>
      </p:sp>
      <p:pic>
        <p:nvPicPr>
          <p:cNvPr id="11" name="Image 0" descr="/Users/hikayeliyemekler/menugunlugu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566928"/>
            <a:ext cx="2926080" cy="2926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85432" y="3822192"/>
            <a:ext cx="118872" cy="118872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3" name="Shape 10"/>
          <p:cNvSpPr/>
          <p:nvPr/>
        </p:nvSpPr>
        <p:spPr>
          <a:xfrm>
            <a:off x="7159752" y="3822192"/>
            <a:ext cx="118872" cy="118872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4" name="Shape 11"/>
          <p:cNvSpPr/>
          <p:nvPr/>
        </p:nvSpPr>
        <p:spPr>
          <a:xfrm>
            <a:off x="7434072" y="3822192"/>
            <a:ext cx="118872" cy="118872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15" name="Shape 12"/>
          <p:cNvSpPr/>
          <p:nvPr/>
        </p:nvSpPr>
        <p:spPr>
          <a:xfrm>
            <a:off x="7708392" y="3822192"/>
            <a:ext cx="118872" cy="118872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6" name="Shape 13"/>
          <p:cNvSpPr/>
          <p:nvPr/>
        </p:nvSpPr>
        <p:spPr>
          <a:xfrm>
            <a:off x="7982712" y="3822192"/>
            <a:ext cx="118872" cy="118872"/>
          </a:xfrm>
          <a:prstGeom prst="ellipse">
            <a:avLst/>
          </a:prstGeom>
          <a:solidFill>
            <a:srgbClr val="C5A88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Menü Günlüğü Nedir?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 Günlüğü</a:t>
            </a:r>
            <a:pPr indent="0" marL="0">
              <a:buNone/>
            </a:pPr>
            <a:r>
              <a:rPr lang="en-US" sz="14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kullanıcıların günlük yemek planı oluşturabildiği, tarif paylaşabildiği ve kendi menülerini sosyal medyada paylaşabildiği </a:t>
            </a:r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 odaklı dijital bir yemek platformudur.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937760" cy="36576"/>
          </a:xfrm>
          <a:prstGeom prst="rect">
            <a:avLst/>
          </a:prstGeom>
          <a:solidFill>
            <a:srgbClr val="EDD5B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Platform; günlük yemek planlamasını sosyal medya içerik üretimiyle bir araya getiriyor ve her yaştan kullanıcıya ilham veren, aktif bir dijital yemek topluluğu oluşturmayı hedefliyor.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937760" cy="36576"/>
          </a:xfrm>
          <a:prstGeom prst="rect">
            <a:avLst/>
          </a:prstGeom>
          <a:solidFill>
            <a:srgbClr val="EDD5B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246120"/>
            <a:ext cx="4937760" cy="822960"/>
          </a:xfrm>
          <a:prstGeom prst="rect">
            <a:avLst/>
          </a:prstGeom>
          <a:solidFill>
            <a:srgbClr val="FDF0E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amaç: </a:t>
            </a:r>
            <a:pPr indent="0" marL="0">
              <a:buNone/>
            </a:pPr>
            <a:r>
              <a:rPr lang="en-US" sz="1300" b="1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"Bugün ne pişirsem?"</a:t>
            </a:r>
            <a:pPr indent="0" marL="0">
              <a:buNone/>
            </a:pPr>
            <a:r>
              <a:rPr lang="en-US" sz="13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sorusuna her gün pratik ve ilham veren bir cevap sunmak.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3291840"/>
          </a:xfrm>
          <a:prstGeom prst="rect">
            <a:avLst/>
          </a:prstGeom>
          <a:solidFill>
            <a:srgbClr val="3D2B1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4944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Günün Menüsü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856232"/>
            <a:ext cx="2331720" cy="18288"/>
          </a:xfrm>
          <a:prstGeom prst="rect">
            <a:avLst/>
          </a:prstGeom>
          <a:solidFill>
            <a:srgbClr val="5C3D2A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9842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20756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Dünün Menüsü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606040"/>
            <a:ext cx="2331720" cy="18288"/>
          </a:xfrm>
          <a:prstGeom prst="rect">
            <a:avLst/>
          </a:prstGeom>
          <a:solidFill>
            <a:srgbClr val="5C3D2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73405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2825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 Oluştur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355848"/>
            <a:ext cx="2331720" cy="18288"/>
          </a:xfrm>
          <a:prstGeom prst="rect">
            <a:avLst/>
          </a:prstGeom>
          <a:solidFill>
            <a:srgbClr val="5C3D2A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4838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49440" y="35753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92861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Hedefimiz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645920"/>
          </a:xfrm>
          <a:prstGeom prst="rect">
            <a:avLst/>
          </a:prstGeom>
          <a:solidFill>
            <a:srgbClr val="3D2B1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6052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🗓️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Menü Platformu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Türkiye'nin en aktif günlük menü 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yemek planlama kaynağı olmak.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645920"/>
          </a:xfrm>
          <a:prstGeom prst="rect">
            <a:avLst/>
          </a:prstGeom>
          <a:solidFill>
            <a:srgbClr val="B85E1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16052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23560" y="1188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Yemek Topluluğu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odaklı tarif ve içerik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ekosistemi oluşturmak.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60520" cy="1645920"/>
          </a:xfrm>
          <a:prstGeom prst="rect">
            <a:avLst/>
          </a:prstGeom>
          <a:solidFill>
            <a:srgbClr val="B85E1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416052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80160" y="3017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Tarif Arşivi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Kapsamlı, kategorize edilmiş,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büyüyen içerik kütüphanesi.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60520" cy="1645920"/>
          </a:xfrm>
          <a:prstGeom prst="rect">
            <a:avLst/>
          </a:prstGeom>
          <a:solidFill>
            <a:srgbClr val="3D2B1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34640"/>
            <a:ext cx="416052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623560" y="3017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 Ağı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749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kullanıcının kendi menüsünü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paylaşabildiği aktif bir platform.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92861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Bölümleri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54864" cy="56692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23544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61872" y="923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Günün Menüsü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117043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 özel hazırlanmış 4 bölümlü günlük menüler.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27048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527048"/>
            <a:ext cx="54864" cy="56692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27048"/>
            <a:ext cx="8229600" cy="36576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581912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61872" y="1581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Dünün Menüsü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182880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 menü arşivi — fikir bankası ve tarih kaydı.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185416"/>
            <a:ext cx="54864" cy="56692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185416"/>
            <a:ext cx="8229600" cy="36576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24028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61872" y="2240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Tarifler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61872" y="248716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kategoride organize edilmiş kapsamlı tarif sistemi.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43784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843784"/>
            <a:ext cx="54864" cy="56692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843784"/>
            <a:ext cx="8229600" cy="36576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89864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61872" y="2898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61872" y="3145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Mutfak rehberleri, yemek kültürü ve püf noktaları.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02152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02152"/>
            <a:ext cx="54864" cy="56692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502152"/>
            <a:ext cx="8229600" cy="36576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557016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261872" y="3557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 Oluştur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61872" y="380390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menü oluştur, sosyal medyada direkt paylaş.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160520"/>
            <a:ext cx="54864" cy="56692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160520"/>
            <a:ext cx="8229600" cy="36576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215384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261872" y="4215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Defterim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261872" y="446227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Beğendiğin tarif ve içerikleri kaydet, kişisel koleksiyonunu oluştur.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492861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Günün Menüsü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Platformun kalbi.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2402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24028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🍲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70432" y="14630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Çorba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8013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güne sıcak ve doyurucu bir başlangıç yapılır.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280160"/>
            <a:ext cx="22402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280160"/>
            <a:ext cx="224028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2" name="Text 10"/>
          <p:cNvSpPr/>
          <p:nvPr/>
        </p:nvSpPr>
        <p:spPr>
          <a:xfrm>
            <a:off x="2862072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🥘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93592" y="14630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Yemek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18013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Günün özenle seçilmiş, en doyurucu lezzeti sofrada yerini alır.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22402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51760"/>
            <a:ext cx="224028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170432" y="28346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Yardımcı Lezzet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1729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yemeğe eşlik eden, sofrayı dengeleyen özel bir seçim.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2651760"/>
            <a:ext cx="22402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88920" y="2651760"/>
            <a:ext cx="224028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2" name="Text 20"/>
          <p:cNvSpPr/>
          <p:nvPr/>
        </p:nvSpPr>
        <p:spPr>
          <a:xfrm>
            <a:off x="2862072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🍮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593592" y="28346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Tatlı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93592" y="31729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bir sofranın en tatlı kapanışı, günün son lezzeti.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4709160" cy="658368"/>
          </a:xfrm>
          <a:prstGeom prst="rect">
            <a:avLst/>
          </a:prstGeom>
          <a:solidFill>
            <a:srgbClr val="FDF0E6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4114800"/>
            <a:ext cx="64008" cy="65836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15137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Günün Menüsü, yazar adı içeren özel şablonlarla birlikte Menü Günlüğü ve Hikayeli Yemekler sosyal medya hesaplarında düzenli olarak paylaşılır.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57800" y="1097280"/>
            <a:ext cx="3474720" cy="361188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40680" y="1261872"/>
            <a:ext cx="502920" cy="50292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053328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Menü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53328" y="1581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 dört kategoriden oluşan, özenle hazırlanmış bir menü yayınlanır.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78424" y="1810512"/>
            <a:ext cx="0" cy="457200"/>
          </a:xfrm>
          <a:prstGeom prst="line">
            <a:avLst/>
          </a:prstGeom>
          <a:noFill/>
          <a:ln w="25400">
            <a:solidFill>
              <a:srgbClr val="E07A2F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440680" y="2313432"/>
            <a:ext cx="502920" cy="50292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35" name="Text 33"/>
          <p:cNvSpPr/>
          <p:nvPr/>
        </p:nvSpPr>
        <p:spPr>
          <a:xfrm>
            <a:off x="544068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053328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53328" y="26334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Menü, yazar adını içeren özel bir şablonla sosyal medyada paylaşılır.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78424" y="2862072"/>
            <a:ext cx="0" cy="457200"/>
          </a:xfrm>
          <a:prstGeom prst="line">
            <a:avLst/>
          </a:prstGeom>
          <a:noFill/>
          <a:ln w="25400">
            <a:solidFill>
              <a:srgbClr val="E07A2F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440680" y="3364992"/>
            <a:ext cx="502920" cy="50292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053328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053328" y="36850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 yazarlar hem de kullanıcılar geniş bir kitleye ulaşır.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44" name="Text 42"/>
          <p:cNvSpPr/>
          <p:nvPr/>
        </p:nvSpPr>
        <p:spPr>
          <a:xfrm>
            <a:off x="320040" y="492861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01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En Özel Özellik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Menü Oluştur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1463040"/>
            <a:ext cx="39776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14904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Sistemdeki tariflerden seçim yap.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" y="1920240"/>
            <a:ext cx="0" cy="201168"/>
          </a:xfrm>
          <a:prstGeom prst="line">
            <a:avLst/>
          </a:prstGeom>
          <a:noFill/>
          <a:ln w="19050">
            <a:solidFill>
              <a:srgbClr val="E07A2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" y="2167128"/>
            <a:ext cx="457200" cy="45720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2212848"/>
            <a:ext cx="39776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22402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menünü oluştur.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" y="2670048"/>
            <a:ext cx="0" cy="201168"/>
          </a:xfrm>
          <a:prstGeom prst="line">
            <a:avLst/>
          </a:prstGeom>
          <a:noFill/>
          <a:ln w="19050">
            <a:solidFill>
              <a:srgbClr val="E07A2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" y="2916936"/>
            <a:ext cx="457200" cy="45720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51560" y="2962656"/>
            <a:ext cx="39776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29900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medyada direkt paylaş (Post / Story).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" y="3419856"/>
            <a:ext cx="0" cy="201168"/>
          </a:xfrm>
          <a:prstGeom prst="line">
            <a:avLst/>
          </a:prstGeom>
          <a:noFill/>
          <a:ln w="19050">
            <a:solidFill>
              <a:srgbClr val="E07A2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7200" y="3666744"/>
            <a:ext cx="457200" cy="45720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51560" y="3712464"/>
            <a:ext cx="39776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88720" y="373989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tarif kataloğu oluştur.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0" y="749808"/>
            <a:ext cx="3200400" cy="3703320"/>
          </a:xfrm>
          <a:prstGeom prst="rect">
            <a:avLst/>
          </a:prstGeom>
          <a:solidFill>
            <a:srgbClr val="3D2B1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749808"/>
            <a:ext cx="3200400" cy="5303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804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GÜNÜN MENÜSÜ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10241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Pazartesi, 28 Nisan  •  menugunlugu.com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96128" y="1426464"/>
            <a:ext cx="2980944" cy="585216"/>
          </a:xfrm>
          <a:prstGeom prst="rect">
            <a:avLst/>
          </a:prstGeom>
          <a:solidFill>
            <a:srgbClr val="2A1C12"/>
          </a:solidFill>
          <a:ln/>
        </p:spPr>
      </p:sp>
      <p:sp>
        <p:nvSpPr>
          <p:cNvPr id="30" name="Shape 28"/>
          <p:cNvSpPr/>
          <p:nvPr/>
        </p:nvSpPr>
        <p:spPr>
          <a:xfrm>
            <a:off x="5596128" y="1426464"/>
            <a:ext cx="45720" cy="585216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14721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ÇORBA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15000" y="1664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Mercimek Çorbası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19872" y="15179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🍲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5596128" y="2121408"/>
            <a:ext cx="2980944" cy="585216"/>
          </a:xfrm>
          <a:prstGeom prst="rect">
            <a:avLst/>
          </a:prstGeom>
          <a:solidFill>
            <a:srgbClr val="2A1C12"/>
          </a:solidFill>
          <a:ln/>
        </p:spPr>
      </p:sp>
      <p:sp>
        <p:nvSpPr>
          <p:cNvPr id="35" name="Shape 33"/>
          <p:cNvSpPr/>
          <p:nvPr/>
        </p:nvSpPr>
        <p:spPr>
          <a:xfrm>
            <a:off x="5596128" y="2121408"/>
            <a:ext cx="45720" cy="585216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0" y="21671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YEMEK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715000" y="23591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 Fasulye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19872" y="22128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🥘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596128" y="2816352"/>
            <a:ext cx="2980944" cy="585216"/>
          </a:xfrm>
          <a:prstGeom prst="rect">
            <a:avLst/>
          </a:prstGeom>
          <a:solidFill>
            <a:srgbClr val="2A1C12"/>
          </a:solidFill>
          <a:ln/>
        </p:spPr>
      </p:sp>
      <p:sp>
        <p:nvSpPr>
          <p:cNvPr id="40" name="Shape 38"/>
          <p:cNvSpPr/>
          <p:nvPr/>
        </p:nvSpPr>
        <p:spPr>
          <a:xfrm>
            <a:off x="5596128" y="2816352"/>
            <a:ext cx="45720" cy="585216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41" name="Text 39"/>
          <p:cNvSpPr/>
          <p:nvPr/>
        </p:nvSpPr>
        <p:spPr>
          <a:xfrm>
            <a:off x="5715000" y="28620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YARDIMCI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715000" y="3054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Cacık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19872" y="29077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🥗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5596128" y="3511296"/>
            <a:ext cx="2980944" cy="585216"/>
          </a:xfrm>
          <a:prstGeom prst="rect">
            <a:avLst/>
          </a:prstGeom>
          <a:solidFill>
            <a:srgbClr val="2A1C12"/>
          </a:solidFill>
          <a:ln/>
        </p:spPr>
      </p:sp>
      <p:sp>
        <p:nvSpPr>
          <p:cNvPr id="45" name="Shape 43"/>
          <p:cNvSpPr/>
          <p:nvPr/>
        </p:nvSpPr>
        <p:spPr>
          <a:xfrm>
            <a:off x="5596128" y="3511296"/>
            <a:ext cx="45720" cy="585216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46" name="Text 44"/>
          <p:cNvSpPr/>
          <p:nvPr/>
        </p:nvSpPr>
        <p:spPr>
          <a:xfrm>
            <a:off x="5715000" y="3557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TATLI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715000" y="3749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Sütlaç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19872" y="36027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🍮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5486400" y="4087368"/>
            <a:ext cx="3200400" cy="365760"/>
          </a:xfrm>
          <a:prstGeom prst="rect">
            <a:avLst/>
          </a:prstGeom>
          <a:solidFill>
            <a:srgbClr val="221508"/>
          </a:solidFill>
          <a:ln/>
        </p:spPr>
      </p:sp>
      <p:sp>
        <p:nvSpPr>
          <p:cNvPr id="50" name="Text 48"/>
          <p:cNvSpPr/>
          <p:nvPr/>
        </p:nvSpPr>
        <p:spPr>
          <a:xfrm>
            <a:off x="5623560" y="4178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@yazar_adi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13232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0" y="4544568"/>
            <a:ext cx="3200400" cy="219456"/>
          </a:xfrm>
          <a:prstGeom prst="rect">
            <a:avLst/>
          </a:prstGeom>
          <a:solidFill>
            <a:srgbClr val="FDF0E6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0" y="45628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1080×1350  ·  Story  1080×1920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492861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B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01168"/>
            <a:ext cx="1920240" cy="402336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4" name="Text 2"/>
          <p:cNvSpPr/>
          <p:nvPr/>
        </p:nvSpPr>
        <p:spPr>
          <a:xfrm>
            <a:off x="6876288" y="21945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Çok Yakında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Zekâ Destekli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Yemek Öneri Sistemi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86200" y="1325880"/>
            <a:ext cx="1371600" cy="137160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7" name="Text 5"/>
          <p:cNvSpPr/>
          <p:nvPr/>
        </p:nvSpPr>
        <p:spPr>
          <a:xfrm>
            <a:off x="3886200" y="1325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🤖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"Evdeki malzemelerini seç, sana özel yemek önerileri al."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352044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88720" y="3520440"/>
            <a:ext cx="201168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39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8872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 Seç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18688" y="3703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7A2F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749040" y="352044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3520440"/>
            <a:ext cx="201168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3639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4904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79008" y="3703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7A2F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309360" y="352044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520440"/>
            <a:ext cx="201168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639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🍳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0936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Önerisi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92861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554480" cy="347472"/>
          </a:xfrm>
          <a:prstGeom prst="rect">
            <a:avLst/>
          </a:prstGeom>
          <a:solidFill>
            <a:srgbClr val="B85E1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011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Yakında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Günün Restoranı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öner, en iyi yemeklerden paylaşılabilir restoran menüsü oluştur.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19072"/>
            <a:ext cx="411480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975104"/>
            <a:ext cx="502920" cy="50292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75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810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Restoran Öner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 sevdikleri restoranları platforma ekler ve toplulukla paylaşır.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719072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719072"/>
            <a:ext cx="411480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975104"/>
            <a:ext cx="502920" cy="50292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975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1810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En İyi Yemekler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Restoranın en çok beğenilen yemekleri oylanarak listelenir.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36392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36392"/>
            <a:ext cx="411480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392424"/>
            <a:ext cx="502920" cy="50292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Menü Oluşturulur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Seçilen yemeklerden paylaşılabilir bir restoran menüsü otomatik olarak hazırlanır.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136392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136392"/>
            <a:ext cx="4114800" cy="5486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3392424"/>
            <a:ext cx="502920" cy="50292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784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Paylaş &amp; Yorum Yap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 sosyal medyada paylaşılır, topluluk yorum yaparak deneyimini aktarır.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492861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Menü Günlüğü Ekosistemi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46520" y="182880"/>
            <a:ext cx="2468880" cy="420624"/>
          </a:xfrm>
          <a:prstGeom prst="rect">
            <a:avLst/>
          </a:prstGeom>
          <a:solidFill>
            <a:srgbClr val="B85E1A"/>
          </a:solidFill>
          <a:ln/>
        </p:spPr>
      </p:sp>
      <p:sp>
        <p:nvSpPr>
          <p:cNvPr id="5" name="Text 3"/>
          <p:cNvSpPr/>
          <p:nvPr/>
        </p:nvSpPr>
        <p:spPr>
          <a:xfrm>
            <a:off x="6446520" y="18288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 Uygulama  ·  Yakında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783080"/>
            <a:ext cx="2743200" cy="1097280"/>
          </a:xfrm>
          <a:prstGeom prst="rect">
            <a:avLst/>
          </a:prstGeom>
          <a:solidFill>
            <a:srgbClr val="E07A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7830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Menü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Günlüğü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" y="1965960"/>
            <a:ext cx="2468880" cy="731520"/>
          </a:xfrm>
          <a:prstGeom prst="rect">
            <a:avLst/>
          </a:prstGeom>
          <a:solidFill>
            <a:srgbClr val="2A1C1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965960"/>
            <a:ext cx="246888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Yazarlar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965960"/>
            <a:ext cx="2468880" cy="731520"/>
          </a:xfrm>
          <a:prstGeom prst="rect">
            <a:avLst/>
          </a:prstGeom>
          <a:solidFill>
            <a:srgbClr val="2A1C1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965960"/>
            <a:ext cx="246888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Kullanıcılar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822960"/>
            <a:ext cx="2286000" cy="685800"/>
          </a:xfrm>
          <a:prstGeom prst="rect">
            <a:avLst/>
          </a:prstGeom>
          <a:solidFill>
            <a:srgbClr val="2A1C1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822960"/>
            <a:ext cx="228600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822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Tarifler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Menüler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3154680"/>
            <a:ext cx="2286000" cy="685800"/>
          </a:xfrm>
          <a:prstGeom prst="rect">
            <a:avLst/>
          </a:prstGeom>
          <a:solidFill>
            <a:srgbClr val="2A1C1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9000" y="3154680"/>
            <a:ext cx="228600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Sosyal Medya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51760" y="2331720"/>
            <a:ext cx="548640" cy="0"/>
          </a:xfrm>
          <a:prstGeom prst="line">
            <a:avLst/>
          </a:prstGeom>
          <a:noFill/>
          <a:ln w="25400">
            <a:solidFill>
              <a:srgbClr val="E07A2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0" y="2331720"/>
            <a:ext cx="548640" cy="0"/>
          </a:xfrm>
          <a:prstGeom prst="line">
            <a:avLst/>
          </a:prstGeom>
          <a:noFill/>
          <a:ln w="25400">
            <a:solidFill>
              <a:srgbClr val="E07A2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0" y="1508760"/>
            <a:ext cx="0" cy="274320"/>
          </a:xfrm>
          <a:prstGeom prst="line">
            <a:avLst/>
          </a:prstGeom>
          <a:noFill/>
          <a:ln w="25400">
            <a:solidFill>
              <a:srgbClr val="E07A2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0" y="2880360"/>
            <a:ext cx="0" cy="274320"/>
          </a:xfrm>
          <a:prstGeom prst="line">
            <a:avLst/>
          </a:prstGeom>
          <a:noFill/>
          <a:ln w="25400">
            <a:solidFill>
              <a:srgbClr val="E07A2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65760" y="4041648"/>
            <a:ext cx="8412480" cy="621792"/>
          </a:xfrm>
          <a:prstGeom prst="rect">
            <a:avLst/>
          </a:prstGeom>
          <a:solidFill>
            <a:srgbClr val="2A1C12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4041648"/>
            <a:ext cx="45720" cy="62179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Hikayeli Yemekler çatısı altında hayata geçen Menü Günlüğü; içerik üreticilerini, kullanıcıları ve markaları tek bir gastronomi platformunda bir araya getirmeyi hedefleyen yeni nesil bir gastronomi platformudur.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492861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 Deneyimi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98448"/>
            <a:ext cx="548640" cy="548640"/>
          </a:xfrm>
          <a:prstGeom prst="ellipse">
            <a:avLst/>
          </a:prstGeom>
          <a:solidFill>
            <a:srgbClr val="FDF0E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0432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Defterim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70432" y="1527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Beğendiğin tarif ve yazıları kaydet, kendi koleksiyonunu oluştur.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411480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1298448"/>
            <a:ext cx="548640" cy="548640"/>
          </a:xfrm>
          <a:prstGeom prst="ellipse">
            <a:avLst/>
          </a:prstGeom>
          <a:solidFill>
            <a:srgbClr val="FDF0E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05272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&amp; Değerlendirme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05272" y="1527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ve yazılara yorum ekle, tarifleri puanla.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86000"/>
            <a:ext cx="411480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2532888"/>
            <a:ext cx="548640" cy="548640"/>
          </a:xfrm>
          <a:prstGeom prst="ellipse">
            <a:avLst/>
          </a:prstGeom>
          <a:solidFill>
            <a:srgbClr val="FDF0E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70432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Takip Sistemi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70432" y="27614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Yazarları takip et, yeni içeriklerini kaçırma.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286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286000"/>
            <a:ext cx="411480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2532888"/>
            <a:ext cx="548640" cy="548640"/>
          </a:xfrm>
          <a:prstGeom prst="ellipse">
            <a:avLst/>
          </a:prstGeom>
          <a:solidFill>
            <a:srgbClr val="FDF0E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05272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Porsiyon Ölçeklendirme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05272" y="27614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4 veya 8 kişilik otomatik malzeme hesaplama.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204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520440"/>
            <a:ext cx="411480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767328"/>
            <a:ext cx="548640" cy="548640"/>
          </a:xfrm>
          <a:prstGeom prst="ellipse">
            <a:avLst/>
          </a:prstGeom>
          <a:solidFill>
            <a:srgbClr val="FDF0E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70432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 Oluştur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70432" y="39959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günlük menünü oluştur, sosyal medyada direkt paylaş.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5204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520440"/>
            <a:ext cx="411480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3767328"/>
            <a:ext cx="548640" cy="548640"/>
          </a:xfrm>
          <a:prstGeom prst="ellipse">
            <a:avLst/>
          </a:prstGeom>
          <a:solidFill>
            <a:srgbClr val="FDF0E6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🗓️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605272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Menü Takibi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605272" y="39959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 yeni menüyü keşfet, tarif detaylarına bak, sofranı planla.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492861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Menü Günlüğünde Yazar Olmak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paylaşmak değil — görünür olmak.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463040"/>
            <a:ext cx="566928" cy="566928"/>
          </a:xfrm>
          <a:prstGeom prst="ellipse">
            <a:avLst/>
          </a:prstGeom>
          <a:solidFill>
            <a:srgbClr val="FDF0E6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Yazar Kartı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237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sayfanız, sosyal medya hesaplarınız ve takipçi sisteminiz tek bir yerden.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80160"/>
            <a:ext cx="265176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463040"/>
            <a:ext cx="566928" cy="566928"/>
          </a:xfrm>
          <a:prstGeom prst="ellipse">
            <a:avLst/>
          </a:prstGeom>
          <a:solidFill>
            <a:srgbClr val="FDF0E6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🌟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Günün Menüsü'nde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5237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Tarifleriniz platformun ana akışında görünsün.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80160"/>
            <a:ext cx="265176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0" y="1463040"/>
            <a:ext cx="566928" cy="566928"/>
          </a:xfrm>
          <a:prstGeom prst="ellipse">
            <a:avLst/>
          </a:prstGeom>
          <a:solidFill>
            <a:srgbClr val="FDF0E6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5237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Seçilen tarifler yazar adınızla sosyal medya paylaşımlarında yer alır.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8412480" cy="1353312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3401568"/>
            <a:ext cx="64008" cy="135331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4655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Yazar Analitiği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813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görüntüleme  •  Beğeni sayısı  •  Takipçi istatistikleri  •  Menü paylaşım performansı.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1330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 Günlüğü; mutfak odaklı içerik üreticileri için aktif bir paylaşım ve büyüme platformudur.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92861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 Birlikleri &amp; Marka Fırsatları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üreticileri, markalar ve yemek toplulukları için.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86200" cy="3520440"/>
          </a:xfrm>
          <a:prstGeom prst="rect">
            <a:avLst/>
          </a:prstGeom>
          <a:solidFill>
            <a:srgbClr val="3D2B1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3886200" cy="4572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Markalar İçin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" y="1901952"/>
            <a:ext cx="164592" cy="164592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865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Sponsorlu menü içerikleri.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" y="2414016"/>
            <a:ext cx="164592" cy="164592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entegrasyonları.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" y="2926080"/>
            <a:ext cx="164592" cy="164592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2889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kitleye doğrudan ulaşım.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" y="3438144"/>
            <a:ext cx="164592" cy="164592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" y="3401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 kampanyaları.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" y="3950208"/>
            <a:ext cx="164592" cy="164592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3913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deneyim çalışmaları.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234440"/>
            <a:ext cx="38862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234440"/>
            <a:ext cx="3886200" cy="457200"/>
          </a:xfrm>
          <a:prstGeom prst="rect">
            <a:avLst/>
          </a:prstGeom>
          <a:solidFill>
            <a:srgbClr val="B85E1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2618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İçerik Üreticileri İçin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84064" y="1901952"/>
            <a:ext cx="164592" cy="164592"/>
          </a:xfrm>
          <a:prstGeom prst="ellipse">
            <a:avLst/>
          </a:prstGeom>
          <a:solidFill>
            <a:srgbClr val="B85E1A"/>
          </a:solidFill>
          <a:ln/>
        </p:spPr>
      </p:sp>
      <p:sp>
        <p:nvSpPr>
          <p:cNvPr id="22" name="Text 20"/>
          <p:cNvSpPr/>
          <p:nvPr/>
        </p:nvSpPr>
        <p:spPr>
          <a:xfrm>
            <a:off x="5367528" y="1865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etkinlikleri.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84064" y="2414016"/>
            <a:ext cx="164592" cy="164592"/>
          </a:xfrm>
          <a:prstGeom prst="ellipse">
            <a:avLst/>
          </a:prstGeom>
          <a:solidFill>
            <a:srgbClr val="B85E1A"/>
          </a:solidFill>
          <a:ln/>
        </p:spPr>
      </p:sp>
      <p:sp>
        <p:nvSpPr>
          <p:cNvPr id="24" name="Text 22"/>
          <p:cNvSpPr/>
          <p:nvPr/>
        </p:nvSpPr>
        <p:spPr>
          <a:xfrm>
            <a:off x="5367528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 ve takipçi büyümesi.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84064" y="2926080"/>
            <a:ext cx="164592" cy="164592"/>
          </a:xfrm>
          <a:prstGeom prst="ellipse">
            <a:avLst/>
          </a:prstGeom>
          <a:solidFill>
            <a:srgbClr val="B85E1A"/>
          </a:solidFill>
          <a:ln/>
        </p:spPr>
      </p:sp>
      <p:sp>
        <p:nvSpPr>
          <p:cNvPr id="26" name="Text 24"/>
          <p:cNvSpPr/>
          <p:nvPr/>
        </p:nvSpPr>
        <p:spPr>
          <a:xfrm>
            <a:off x="5367528" y="2889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davet ve etkinlikler.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84064" y="3438144"/>
            <a:ext cx="164592" cy="164592"/>
          </a:xfrm>
          <a:prstGeom prst="ellipse">
            <a:avLst/>
          </a:prstGeom>
          <a:solidFill>
            <a:srgbClr val="B85E1A"/>
          </a:solidFill>
          <a:ln/>
        </p:spPr>
      </p:sp>
      <p:sp>
        <p:nvSpPr>
          <p:cNvPr id="28" name="Text 26"/>
          <p:cNvSpPr/>
          <p:nvPr/>
        </p:nvSpPr>
        <p:spPr>
          <a:xfrm>
            <a:off x="5367528" y="3401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ortaklıkları.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84064" y="3950208"/>
            <a:ext cx="164592" cy="164592"/>
          </a:xfrm>
          <a:prstGeom prst="ellipse">
            <a:avLst/>
          </a:prstGeom>
          <a:solidFill>
            <a:srgbClr val="B85E1A"/>
          </a:solidFill>
          <a:ln/>
        </p:spPr>
      </p:sp>
      <p:sp>
        <p:nvSpPr>
          <p:cNvPr id="30" name="Text 28"/>
          <p:cNvSpPr/>
          <p:nvPr/>
        </p:nvSpPr>
        <p:spPr>
          <a:xfrm>
            <a:off x="5367528" y="3913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içi öne çıkma.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492861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8EEE4"/>
          </a:solidFill>
          <a:ln/>
        </p:spPr>
      </p:sp>
      <p:sp>
        <p:nvSpPr>
          <p:cNvPr id="3" name="Shape 1"/>
          <p:cNvSpPr/>
          <p:nvPr/>
        </p:nvSpPr>
        <p:spPr>
          <a:xfrm>
            <a:off x="5870448" y="0"/>
            <a:ext cx="73152" cy="51435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94360"/>
            <a:ext cx="4114800" cy="13716"/>
          </a:xfrm>
          <a:prstGeom prst="rect">
            <a:avLst/>
          </a:prstGeom>
          <a:solidFill>
            <a:srgbClr val="5C3D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Menü Günlüğü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228600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019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 yeni bir menü.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sofraya yeni bir fikir.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657600" cy="36576"/>
          </a:xfrm>
          <a:prstGeom prst="rect">
            <a:avLst/>
          </a:prstGeom>
          <a:solidFill>
            <a:srgbClr val="5C3D2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54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600" dirty="0"/>
          </a:p>
        </p:txBody>
      </p:sp>
      <p:pic>
        <p:nvPicPr>
          <p:cNvPr id="11" name="Image 0" descr="/Users/hikayeliyemekler/menugunlugu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502920"/>
            <a:ext cx="2926080" cy="2926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72200" y="3566160"/>
            <a:ext cx="2377440" cy="36576"/>
          </a:xfrm>
          <a:prstGeom prst="rect">
            <a:avLst/>
          </a:prstGeom>
          <a:solidFill>
            <a:srgbClr val="C0A078"/>
          </a:solidFill>
          <a:ln/>
        </p:spPr>
      </p:sp>
      <p:sp>
        <p:nvSpPr>
          <p:cNvPr id="13" name="Text 10"/>
          <p:cNvSpPr/>
          <p:nvPr/>
        </p:nvSpPr>
        <p:spPr>
          <a:xfrm>
            <a:off x="6080760" y="3657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2F"/>
                </a:solidFill>
              </a:rPr>
              <a:t>İletişim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80760" y="4041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65392" y="4069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menugunlugu.com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80760" y="43799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📷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65392" y="4407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@menugunlugu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80760" y="47183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✉️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65392" y="4745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info@menugunlugu.com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Menü Günlüğü — Tanıtım Sunumu</dc:title>
  <dc:subject>PptxGenJS Presentation</dc:subject>
  <dc:creator>Menü Günlüğü</dc:creator>
  <cp:lastModifiedBy>Menü Günlüğü</cp:lastModifiedBy>
  <cp:revision>1</cp:revision>
  <dcterms:created xsi:type="dcterms:W3CDTF">2026-04-28T04:37:54Z</dcterms:created>
  <dcterms:modified xsi:type="dcterms:W3CDTF">2026-04-28T04:37:54Z</dcterms:modified>
</cp:coreProperties>
</file>